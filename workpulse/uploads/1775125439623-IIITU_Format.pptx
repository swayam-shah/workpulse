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63" r:id="rId5"/>
    <p:sldId id="262" r:id="rId6"/>
    <p:sldId id="261" r:id="rId7"/>
    <p:sldId id="260" r:id="rId8"/>
    <p:sldId id="259" r:id="rId9"/>
    <p:sldId id="265" r:id="rId10"/>
    <p:sldId id="266" r:id="rId11"/>
    <p:sldId id="267" r:id="rId12"/>
    <p:sldId id="268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urn Samadder" userId="bc52a76d20385ded" providerId="LiveId" clId="{4A8FF4EE-030C-46A1-A09C-FA5D8773DAC7}"/>
    <pc:docChg chg="addSld modSld">
      <pc:chgData name="Sampurn Samadder" userId="bc52a76d20385ded" providerId="LiveId" clId="{4A8FF4EE-030C-46A1-A09C-FA5D8773DAC7}" dt="2023-11-23T12:00:40.235" v="1" actId="680"/>
      <pc:docMkLst>
        <pc:docMk/>
      </pc:docMkLst>
      <pc:sldChg chg="modSp mod">
        <pc:chgData name="Sampurn Samadder" userId="bc52a76d20385ded" providerId="LiveId" clId="{4A8FF4EE-030C-46A1-A09C-FA5D8773DAC7}" dt="2023-11-23T12:00:32.920" v="0" actId="1076"/>
        <pc:sldMkLst>
          <pc:docMk/>
          <pc:sldMk cId="2789544172" sldId="256"/>
        </pc:sldMkLst>
        <pc:spChg chg="mod">
          <ac:chgData name="Sampurn Samadder" userId="bc52a76d20385ded" providerId="LiveId" clId="{4A8FF4EE-030C-46A1-A09C-FA5D8773DAC7}" dt="2023-11-23T12:00:32.920" v="0" actId="1076"/>
          <ac:spMkLst>
            <pc:docMk/>
            <pc:sldMk cId="2789544172" sldId="256"/>
            <ac:spMk id="5" creationId="{6AE1CA79-8071-4F45-B527-911C10C89436}"/>
          </ac:spMkLst>
        </pc:spChg>
      </pc:sldChg>
      <pc:sldChg chg="new">
        <pc:chgData name="Sampurn Samadder" userId="bc52a76d20385ded" providerId="LiveId" clId="{4A8FF4EE-030C-46A1-A09C-FA5D8773DAC7}" dt="2023-11-23T12:00:40.235" v="1" actId="680"/>
        <pc:sldMkLst>
          <pc:docMk/>
          <pc:sldMk cId="419516755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F8F87-5272-42FC-9DF1-671E5B8B4FAB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CEBE3-C977-404E-B6C0-2404DC348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1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0E487-7970-451B-8DE5-1D8F78600F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4077" y="4492039"/>
            <a:ext cx="8652973" cy="36512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r>
              <a:rPr lang="en-IN" sz="2400" kern="0" dirty="0">
                <a:solidFill>
                  <a:srgbClr val="002060"/>
                </a:solidFill>
              </a:rPr>
              <a:t>Title of the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1905-1115-43CA-8546-A83D8DE8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1389-E880-422A-BABC-B449C27B9CB0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1E54-BF98-4DF7-BD00-BB0ED23B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143D4-A415-47A4-855F-CBDBCC89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ACFAB-6C7A-4CC4-9DD7-C1C04862F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858" y="1618597"/>
            <a:ext cx="2398895" cy="2380835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2D2837DC-FAE3-49A4-90DB-5640B2334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568074"/>
            <a:ext cx="9848850" cy="696704"/>
          </a:xfrm>
        </p:spPr>
        <p:txBody>
          <a:bodyPr>
            <a:noAutofit/>
          </a:bodyPr>
          <a:lstStyle>
            <a:lvl1pPr>
              <a:defRPr sz="4400" b="1">
                <a:latin typeface="+mn-lt"/>
              </a:defRPr>
            </a:lvl1pPr>
          </a:lstStyle>
          <a:p>
            <a:pPr algn="ctr"/>
            <a:r>
              <a:rPr lang="en-IN" sz="3200" dirty="0">
                <a:solidFill>
                  <a:schemeClr val="tx1"/>
                </a:solidFill>
              </a:rPr>
              <a:t>  Indian Institute of Information Technology Una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9949E48-D69F-4D92-B39E-F19683746FD2}"/>
              </a:ext>
            </a:extLst>
          </p:cNvPr>
          <p:cNvSpPr txBox="1">
            <a:spLocks/>
          </p:cNvSpPr>
          <p:nvPr userDrawn="1"/>
        </p:nvSpPr>
        <p:spPr>
          <a:xfrm>
            <a:off x="1974077" y="5115933"/>
            <a:ext cx="8652973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kern="0" dirty="0">
                <a:solidFill>
                  <a:schemeClr val="tx1"/>
                </a:solidFill>
              </a:rPr>
              <a:t>By: XYZ </a:t>
            </a:r>
          </a:p>
        </p:txBody>
      </p:sp>
    </p:spTree>
    <p:extLst>
      <p:ext uri="{BB962C8B-B14F-4D97-AF65-F5344CB8AC3E}">
        <p14:creationId xmlns:p14="http://schemas.microsoft.com/office/powerpoint/2010/main" val="237721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70CF-B200-4ABA-935F-99EF236F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350" y="643724"/>
            <a:ext cx="9169636" cy="720191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786A5-B384-4935-94CD-1B75192CD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5625"/>
            <a:ext cx="10186587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3AD23-572C-445B-A741-C54E26F3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</p:spPr>
        <p:txBody>
          <a:bodyPr/>
          <a:lstStyle/>
          <a:p>
            <a:fld id="{135D6C30-81B5-4CC8-A252-C29469CC9DBB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2E21-A592-42F0-8F1B-E9EFA2BE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40AB-4E89-40E6-BE4E-B4D29E32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90387" cy="365125"/>
          </a:xfrm>
        </p:spPr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8F696-D26D-4BAE-B95E-57489804FD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4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E994-1340-4229-8829-74A541D8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5931"/>
            <a:ext cx="10515600" cy="282654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5FC45-85CA-4513-8811-87F927C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D589-F9C4-48B8-A759-2100DB35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97A6-0478-4EC6-B786-659910C8F223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62A6-B057-424B-A563-D5D5C77A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DC16-4588-482D-8864-3C6ACD09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A5EA32-7719-4B7C-9791-E221BC1791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62FB-AC3A-4E7E-80F4-69E45D78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891" y="365125"/>
            <a:ext cx="9505063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FCF5C-1C83-48C7-A2B1-E640E3C0E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36CF6-DE18-4BA8-92AD-20433C19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56EFF-8EFF-4CBC-9D94-92E9B556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4DAA-122B-430A-B25E-ADC4445A1418}" type="datetime1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7B0F0-88AC-4FFE-9C8E-5AD11E42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18CB8-0058-4425-98C7-1846388F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E0B247-03EE-41E1-856E-612B5C6BC9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2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400F-E15E-49FC-AF0F-D22D424F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983" y="365125"/>
            <a:ext cx="9489228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43D62-5CC3-469F-8160-40849C16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5B0A5-2283-46E5-8B7F-34ADD160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A3F5D-B1D6-40DE-AD56-DB55CB99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CDF91-2E84-4AF6-9A78-088CBA690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364D2-0241-4E6F-938B-C7D5124C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FA11-86E5-4CC0-BDC8-ECCCD9FC77E7}" type="datetime1">
              <a:rPr lang="en-IN" smtClean="0"/>
              <a:t>23-11-2023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CAFE9-6A7B-46D0-9D89-D91BA91A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74E2B-DE97-4551-91D5-C9F35162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44AB56-BE01-44B4-AAB2-AEF3FBCAE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5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89F6-B0DF-4F38-95DE-EFC76BF6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75" y="365125"/>
            <a:ext cx="8864124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C0369-24BF-436A-BEFA-5F52A6AA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98F3-8D76-41E9-8F41-088FD626D6AC}" type="datetime1">
              <a:rPr lang="en-IN" smtClean="0"/>
              <a:t>23-11-2023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A2949-A01B-4D18-ADE2-C579FF3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E840E-5FFC-459A-B3B9-36C0CA23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938F8-24B2-4D10-B4AF-5F8EE69225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6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07367-FC9D-4A82-BD3C-101396D8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FEC1-0CBF-4DF5-A284-DAC81DC04099}" type="datetime1">
              <a:rPr lang="en-IN" smtClean="0"/>
              <a:t>23-11-2023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17CF7-31A5-436B-8FD8-CC9EF704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B3F29-9B0B-4E40-BC4F-206D9D97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C1B1D3-0951-4AD0-A93D-46AB1668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543" y="2074783"/>
            <a:ext cx="6487736" cy="1354217"/>
          </a:xfrm>
        </p:spPr>
        <p:txBody>
          <a:bodyPr/>
          <a:lstStyle>
            <a:lvl1pPr>
              <a:defRPr b="1"/>
            </a:lvl1pPr>
          </a:lstStyle>
          <a:p>
            <a:pPr algn="ctr"/>
            <a:r>
              <a:rPr lang="en-US" dirty="0"/>
              <a:t>Thanks!</a:t>
            </a:r>
            <a:br>
              <a:rPr lang="en-US" dirty="0"/>
            </a:br>
            <a:r>
              <a:rPr lang="en-US" dirty="0"/>
              <a:t>Questions and Answers</a:t>
            </a:r>
            <a:endParaRPr lang="en-IN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5A7C87E4-09FF-4003-AE52-D31E5DB09528}"/>
              </a:ext>
            </a:extLst>
          </p:cNvPr>
          <p:cNvSpPr txBox="1">
            <a:spLocks/>
          </p:cNvSpPr>
          <p:nvPr userDrawn="1"/>
        </p:nvSpPr>
        <p:spPr>
          <a:xfrm>
            <a:off x="2833376" y="4940578"/>
            <a:ext cx="60198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A3838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2400" i="1" kern="0" dirty="0">
                <a:solidFill>
                  <a:schemeClr val="tx1"/>
                </a:solidFill>
              </a:rPr>
              <a:t>Contact Details: </a:t>
            </a:r>
          </a:p>
          <a:p>
            <a:pPr algn="ctr"/>
            <a:r>
              <a:rPr lang="en-IN" sz="2400" i="1" kern="0" dirty="0">
                <a:solidFill>
                  <a:schemeClr val="tx1"/>
                </a:solidFill>
              </a:rPr>
              <a:t>Name, Email, and Mobile Number </a:t>
            </a:r>
          </a:p>
          <a:p>
            <a:pPr algn="ctr"/>
            <a:endParaRPr lang="en-IN" i="1" kern="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08455D-E48E-4649-A716-3FFD3A4E2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3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6FDB-F598-442D-846D-CF5B25F7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8" y="449262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370E-9F04-4122-83ED-7A2B0783A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49462"/>
            <a:ext cx="5561012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3D963-6F55-4875-BAF1-559B4E77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2A3C-84D9-41B5-AFC8-B76CE29D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24C6-1837-453B-9DB6-1F05BA5A176C}" type="datetime1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4C762-BF09-4B7A-BA1B-66519ECC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E8068-3E59-4940-9611-75283ABE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05E776-D824-47FB-B364-63590DFAE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4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7150-005C-480A-908E-6AA7E8DB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8A1BD-5662-4F92-8B2A-8B0C27FF4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538796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1595B-FB37-421A-B8BE-188015F51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3C72D-FD70-470F-B85B-8290FF5B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EF3D-2E88-400E-9DA8-29056F70B3B4}" type="datetime1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62850-B884-47F4-8695-03CF068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2EC38-8E2D-4DD9-B0C5-2C0BE84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6868D2-B010-432A-9A2B-6F8143B0F5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8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8A80-4B1B-41B9-8DB1-A64381D6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437" y="365125"/>
            <a:ext cx="9499363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3B698-B1E2-43CB-B03F-9B0D45B00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FE07-4EBC-4349-B08D-2FD8EC78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F4278-5ADD-4A6F-A4B4-E346A0BD6D45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28997-7C73-4ED1-965A-0BE02B0D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73C29-B8C8-4451-A298-9EC7282D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6C3D7E-5DF0-4E27-98E3-2D87BB1506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0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202D8-3D13-4E5B-ACBC-7CFACF05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F8878-1C8D-4644-A9A8-E9AF15D8D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E4D81-2E4C-4AEC-B55D-AED9B37AE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2E8E5-8D2C-4EE2-AA42-CE80485A93EF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89FC7-1E83-4CBF-BFA4-422324ABE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B780D-8861-4B66-8B5E-AAE1DCE5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F0D93C1-DB03-4232-9B4C-44B16DA79603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custGeom>
            <a:avLst/>
            <a:gdLst/>
            <a:ahLst/>
            <a:cxnLst/>
            <a:rect l="l" t="t" r="r" b="b"/>
            <a:pathLst>
              <a:path w="5347970" h="6849109">
                <a:moveTo>
                  <a:pt x="5347402" y="0"/>
                </a:moveTo>
                <a:lnTo>
                  <a:pt x="0" y="0"/>
                </a:lnTo>
                <a:lnTo>
                  <a:pt x="0" y="6848854"/>
                </a:lnTo>
                <a:lnTo>
                  <a:pt x="2606294" y="6847575"/>
                </a:lnTo>
                <a:lnTo>
                  <a:pt x="5347402" y="0"/>
                </a:lnTo>
                <a:close/>
              </a:path>
            </a:pathLst>
          </a:custGeom>
          <a:solidFill>
            <a:srgbClr val="1F497D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rgbClr val="CC9900">
                  <a:alpha val="69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91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AE1CA79-8071-4F45-B527-911C10C89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2363" y="4375280"/>
            <a:ext cx="8827273" cy="470487"/>
          </a:xfrm>
        </p:spPr>
        <p:txBody>
          <a:bodyPr>
            <a:normAutofit fontScale="92500" lnSpcReduction="10000"/>
          </a:bodyPr>
          <a:lstStyle/>
          <a:p>
            <a:r>
              <a:rPr lang="en-IN" sz="3300" kern="0" dirty="0">
                <a:solidFill>
                  <a:srgbClr val="002060"/>
                </a:solidFill>
              </a:rPr>
              <a:t>Title of the presentation 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C9758F-519C-4CE2-B7B8-B716AAAB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0912"/>
            <a:ext cx="11087100" cy="957338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Indian Institute of Information Technology Una</a:t>
            </a:r>
            <a:endParaRPr lang="en-IN" sz="3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9922CA-484D-4EFD-B5A0-05963686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FC6F-1492-413B-AB89-9B39DCC3A925}" type="datetime1">
              <a:rPr lang="en-IN" smtClean="0"/>
              <a:t>23-11-2023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847EA9-9D68-4ECD-A47D-E2EC0153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1B6433-07C5-4ACE-A520-03603B0D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4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14B0-3390-4F00-A4F2-9CB305AA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D3C3-0458-C544-F1BB-6CB9F8A7A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3DED7-60C4-5789-317A-0369D36D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6C30-81B5-4CC8-A252-C29469CC9DBB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D93BC-1BA0-27D2-3266-27948B6C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6EF0-0598-BADF-80E5-77B75EBE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16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484B-0829-4943-AB10-04D2CE62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728DF-EDF3-46EC-8C73-4F7AF757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2439-2DCE-4F55-A5A2-5DEE4582FF63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46FF-8049-4C66-BAA4-B6124165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B4E52-46DE-484D-B2B8-5B7BD4CF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3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2E6899-A534-4240-B2E6-979458D88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614952"/>
              </p:ext>
            </p:extLst>
          </p:nvPr>
        </p:nvGraphicFramePr>
        <p:xfrm>
          <a:off x="1908174" y="1736194"/>
          <a:ext cx="7426326" cy="33107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3163">
                  <a:extLst>
                    <a:ext uri="{9D8B030D-6E8A-4147-A177-3AD203B41FA5}">
                      <a16:colId xmlns:a16="http://schemas.microsoft.com/office/drawing/2014/main" val="843528680"/>
                    </a:ext>
                  </a:extLst>
                </a:gridCol>
                <a:gridCol w="3713163">
                  <a:extLst>
                    <a:ext uri="{9D8B030D-6E8A-4147-A177-3AD203B41FA5}">
                      <a16:colId xmlns:a16="http://schemas.microsoft.com/office/drawing/2014/main" val="2337724837"/>
                    </a:ext>
                  </a:extLst>
                </a:gridCol>
              </a:tblGrid>
              <a:tr h="13689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0618586"/>
                  </a:ext>
                </a:extLst>
              </a:tr>
              <a:tr h="194177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1205909"/>
                  </a:ext>
                </a:extLst>
              </a:tr>
            </a:tbl>
          </a:graphicData>
        </a:graphic>
      </p:graphicFrame>
      <p:sp>
        <p:nvSpPr>
          <p:cNvPr id="21" name="object 6">
            <a:extLst>
              <a:ext uri="{FF2B5EF4-FFF2-40B4-BE49-F238E27FC236}">
                <a16:creationId xmlns:a16="http://schemas.microsoft.com/office/drawing/2014/main" id="{CCEBFCE6-4929-491F-A365-F9E4D04A3AED}"/>
              </a:ext>
            </a:extLst>
          </p:cNvPr>
          <p:cNvSpPr txBox="1"/>
          <p:nvPr/>
        </p:nvSpPr>
        <p:spPr>
          <a:xfrm>
            <a:off x="3011487" y="2022049"/>
            <a:ext cx="2541906" cy="6052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sz="2000" b="1" spc="5" dirty="0">
                <a:solidFill>
                  <a:srgbClr val="3A3838"/>
                </a:solidFill>
                <a:cs typeface="Calibri"/>
              </a:rPr>
              <a:t>P</a:t>
            </a:r>
            <a:r>
              <a:rPr sz="2000" b="1" spc="25" dirty="0">
                <a:solidFill>
                  <a:srgbClr val="3A3838"/>
                </a:solidFill>
                <a:cs typeface="Calibri"/>
              </a:rPr>
              <a:t>R</a:t>
            </a:r>
            <a:r>
              <a:rPr sz="2000" b="1" spc="30" dirty="0">
                <a:solidFill>
                  <a:srgbClr val="3A3838"/>
                </a:solidFill>
                <a:cs typeface="Calibri"/>
              </a:rPr>
              <a:t>E</a:t>
            </a:r>
            <a:r>
              <a:rPr sz="2000" b="1" spc="-15" dirty="0">
                <a:solidFill>
                  <a:srgbClr val="3A3838"/>
                </a:solidFill>
                <a:cs typeface="Calibri"/>
              </a:rPr>
              <a:t>S</a:t>
            </a:r>
            <a:r>
              <a:rPr sz="2000" b="1" spc="30" dirty="0">
                <a:solidFill>
                  <a:srgbClr val="3A3838"/>
                </a:solidFill>
                <a:cs typeface="Calibri"/>
              </a:rPr>
              <a:t>E</a:t>
            </a:r>
            <a:r>
              <a:rPr sz="2000" b="1" spc="-30" dirty="0">
                <a:solidFill>
                  <a:srgbClr val="3A3838"/>
                </a:solidFill>
                <a:cs typeface="Calibri"/>
              </a:rPr>
              <a:t>N</a:t>
            </a:r>
            <a:r>
              <a:rPr sz="2000" b="1" spc="-130" dirty="0">
                <a:solidFill>
                  <a:srgbClr val="3A3838"/>
                </a:solidFill>
                <a:cs typeface="Calibri"/>
              </a:rPr>
              <a:t>T</a:t>
            </a:r>
            <a:r>
              <a:rPr sz="2000" b="1" spc="-140" dirty="0">
                <a:solidFill>
                  <a:srgbClr val="3A3838"/>
                </a:solidFill>
                <a:cs typeface="Calibri"/>
              </a:rPr>
              <a:t>A</a:t>
            </a:r>
            <a:r>
              <a:rPr sz="2000" b="1" spc="15" dirty="0">
                <a:solidFill>
                  <a:srgbClr val="3A3838"/>
                </a:solidFill>
                <a:cs typeface="Calibri"/>
              </a:rPr>
              <a:t>T</a:t>
            </a:r>
            <a:r>
              <a:rPr sz="2000" b="1" spc="-35" dirty="0">
                <a:solidFill>
                  <a:srgbClr val="3A3838"/>
                </a:solidFill>
                <a:cs typeface="Calibri"/>
              </a:rPr>
              <a:t>I</a:t>
            </a:r>
            <a:r>
              <a:rPr sz="2000" b="1" spc="5" dirty="0">
                <a:solidFill>
                  <a:srgbClr val="3A3838"/>
                </a:solidFill>
                <a:cs typeface="Calibri"/>
              </a:rPr>
              <a:t>O</a:t>
            </a:r>
            <a:r>
              <a:rPr sz="2000" b="1" spc="10" dirty="0">
                <a:solidFill>
                  <a:srgbClr val="3A3838"/>
                </a:solidFill>
                <a:cs typeface="Calibri"/>
              </a:rPr>
              <a:t>N</a:t>
            </a:r>
            <a:r>
              <a:rPr sz="2000" b="1" spc="-200" dirty="0">
                <a:solidFill>
                  <a:srgbClr val="3A3838"/>
                </a:solidFill>
                <a:cs typeface="Calibri"/>
              </a:rPr>
              <a:t> </a:t>
            </a:r>
            <a:r>
              <a:rPr sz="2000" b="1" spc="25" dirty="0">
                <a:solidFill>
                  <a:srgbClr val="3A3838"/>
                </a:solidFill>
                <a:cs typeface="Calibri"/>
              </a:rPr>
              <a:t>D</a:t>
            </a:r>
            <a:r>
              <a:rPr sz="2000" b="1" spc="5" dirty="0">
                <a:solidFill>
                  <a:srgbClr val="3A3838"/>
                </a:solidFill>
                <a:cs typeface="Calibri"/>
              </a:rPr>
              <a:t>O</a:t>
            </a:r>
            <a:r>
              <a:rPr sz="2000" b="1" spc="-15" dirty="0">
                <a:solidFill>
                  <a:srgbClr val="3A3838"/>
                </a:solidFill>
                <a:cs typeface="Calibri"/>
              </a:rPr>
              <a:t>’</a:t>
            </a:r>
            <a:r>
              <a:rPr sz="2000" b="1" spc="5" dirty="0">
                <a:solidFill>
                  <a:srgbClr val="3A3838"/>
                </a:solidFill>
                <a:cs typeface="Calibri"/>
              </a:rPr>
              <a:t>S</a:t>
            </a:r>
            <a:endParaRPr sz="2000" dirty="0">
              <a:solidFill>
                <a:prstClr val="black"/>
              </a:solidFill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b="1" dirty="0">
                <a:solidFill>
                  <a:srgbClr val="3A3838"/>
                </a:solidFill>
                <a:cs typeface="Calibri"/>
              </a:rPr>
              <a:t>AND</a:t>
            </a:r>
            <a:r>
              <a:rPr sz="2000" b="1" spc="-40" dirty="0">
                <a:solidFill>
                  <a:srgbClr val="3A3838"/>
                </a:solidFill>
                <a:cs typeface="Calibri"/>
              </a:rPr>
              <a:t> </a:t>
            </a:r>
            <a:r>
              <a:rPr sz="2000" b="1" dirty="0">
                <a:solidFill>
                  <a:srgbClr val="3A3838"/>
                </a:solidFill>
                <a:cs typeface="Calibri"/>
              </a:rPr>
              <a:t>DON’T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2514CD1F-DBF7-4994-9D70-C25A6FFFC2C8}"/>
              </a:ext>
            </a:extLst>
          </p:cNvPr>
          <p:cNvSpPr/>
          <p:nvPr/>
        </p:nvSpPr>
        <p:spPr>
          <a:xfrm>
            <a:off x="3011487" y="2029668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A525DEA-62DF-471D-9E7A-291F2F5155E2}"/>
              </a:ext>
            </a:extLst>
          </p:cNvPr>
          <p:cNvSpPr txBox="1"/>
          <p:nvPr/>
        </p:nvSpPr>
        <p:spPr>
          <a:xfrm>
            <a:off x="6745287" y="2022049"/>
            <a:ext cx="2609850" cy="6052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14"/>
              </a:spcBef>
            </a:pPr>
            <a:r>
              <a:rPr lang="en-US" sz="2000" b="1" spc="-5" dirty="0">
                <a:solidFill>
                  <a:srgbClr val="3A3838"/>
                </a:solidFill>
                <a:cs typeface="Calibri"/>
              </a:rPr>
              <a:t>INTRO</a:t>
            </a:r>
            <a:r>
              <a:rPr lang="en-US" sz="2000" b="1" spc="-50" dirty="0">
                <a:solidFill>
                  <a:srgbClr val="3A3838"/>
                </a:solidFill>
                <a:cs typeface="Calibri"/>
              </a:rPr>
              <a:t> </a:t>
            </a:r>
            <a:r>
              <a:rPr lang="en-US" sz="2000" b="1" spc="-25" dirty="0">
                <a:solidFill>
                  <a:srgbClr val="3A3838"/>
                </a:solidFill>
                <a:cs typeface="Calibri"/>
              </a:rPr>
              <a:t>TO</a:t>
            </a:r>
            <a:r>
              <a:rPr lang="en-US" sz="2000" b="1" spc="-45" dirty="0">
                <a:solidFill>
                  <a:srgbClr val="3A3838"/>
                </a:solidFill>
                <a:cs typeface="Calibri"/>
              </a:rPr>
              <a:t> </a:t>
            </a:r>
            <a:r>
              <a:rPr lang="en-US" sz="2000" b="1" dirty="0">
                <a:solidFill>
                  <a:srgbClr val="3A3838"/>
                </a:solidFill>
                <a:cs typeface="Calibri"/>
              </a:rPr>
              <a:t>SLIDE</a:t>
            </a:r>
            <a:endParaRPr lang="en-US" sz="2000" dirty="0"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lang="en-US" sz="2000" b="1" spc="-5" dirty="0">
                <a:solidFill>
                  <a:srgbClr val="3A3838"/>
                </a:solidFill>
                <a:cs typeface="Calibri"/>
              </a:rPr>
              <a:t>BUILDING</a:t>
            </a:r>
            <a:endParaRPr lang="en-US" sz="2000" dirty="0">
              <a:cs typeface="Calibri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EBBEEC7F-D4AC-416C-A29B-70CC638A808E}"/>
              </a:ext>
            </a:extLst>
          </p:cNvPr>
          <p:cNvSpPr/>
          <p:nvPr/>
        </p:nvSpPr>
        <p:spPr>
          <a:xfrm>
            <a:off x="6745287" y="2029668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E70B067B-456B-41C1-A882-3BFF4255BA17}"/>
              </a:ext>
            </a:extLst>
          </p:cNvPr>
          <p:cNvSpPr txBox="1"/>
          <p:nvPr/>
        </p:nvSpPr>
        <p:spPr>
          <a:xfrm>
            <a:off x="3040062" y="3250774"/>
            <a:ext cx="2541906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FONT TYPE AND SIZE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BF43F89C-D0B2-47AE-89F0-DB7C6E5C8617}"/>
              </a:ext>
            </a:extLst>
          </p:cNvPr>
          <p:cNvSpPr/>
          <p:nvPr/>
        </p:nvSpPr>
        <p:spPr>
          <a:xfrm>
            <a:off x="3040062" y="3258393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bject 7">
            <a:extLst>
              <a:ext uri="{FF2B5EF4-FFF2-40B4-BE49-F238E27FC236}">
                <a16:creationId xmlns:a16="http://schemas.microsoft.com/office/drawing/2014/main" id="{225A7EBA-711C-4ACD-BEF6-C158E08537D6}"/>
              </a:ext>
            </a:extLst>
          </p:cNvPr>
          <p:cNvSpPr txBox="1"/>
          <p:nvPr/>
        </p:nvSpPr>
        <p:spPr>
          <a:xfrm>
            <a:off x="2048351" y="2022048"/>
            <a:ext cx="648000" cy="648000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01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6A7F7534-632E-4034-AC06-9C809D95605B}"/>
              </a:ext>
            </a:extLst>
          </p:cNvPr>
          <p:cNvSpPr txBox="1"/>
          <p:nvPr/>
        </p:nvSpPr>
        <p:spPr>
          <a:xfrm>
            <a:off x="5804871" y="1979343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2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6F820F74-9346-4A48-9561-818A722DCF3C}"/>
              </a:ext>
            </a:extLst>
          </p:cNvPr>
          <p:cNvSpPr txBox="1"/>
          <p:nvPr/>
        </p:nvSpPr>
        <p:spPr>
          <a:xfrm>
            <a:off x="2048351" y="3208068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3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7BE0C01B-4F82-429C-9881-C92AFF289CE2}"/>
              </a:ext>
            </a:extLst>
          </p:cNvPr>
          <p:cNvSpPr txBox="1"/>
          <p:nvPr/>
        </p:nvSpPr>
        <p:spPr>
          <a:xfrm>
            <a:off x="5804871" y="3208068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4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6" name="object 6">
            <a:extLst>
              <a:ext uri="{FF2B5EF4-FFF2-40B4-BE49-F238E27FC236}">
                <a16:creationId xmlns:a16="http://schemas.microsoft.com/office/drawing/2014/main" id="{E5D9E8B6-03C8-41B9-9F3D-43CC84269F38}"/>
              </a:ext>
            </a:extLst>
          </p:cNvPr>
          <p:cNvSpPr txBox="1"/>
          <p:nvPr/>
        </p:nvSpPr>
        <p:spPr>
          <a:xfrm>
            <a:off x="6745287" y="3342627"/>
            <a:ext cx="3875088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WORD LIMIT </a:t>
            </a:r>
            <a:r>
              <a:rPr lang="en-US" sz="2000" b="1" spc="-5" dirty="0">
                <a:solidFill>
                  <a:srgbClr val="3A3838"/>
                </a:solidFill>
                <a:cs typeface="Calibri"/>
              </a:rPr>
              <a:t>PER SLIDE AND OTHER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7" name="object 13">
            <a:extLst>
              <a:ext uri="{FF2B5EF4-FFF2-40B4-BE49-F238E27FC236}">
                <a16:creationId xmlns:a16="http://schemas.microsoft.com/office/drawing/2014/main" id="{4A934724-4254-4BD6-B1D7-0E70265B2312}"/>
              </a:ext>
            </a:extLst>
          </p:cNvPr>
          <p:cNvSpPr/>
          <p:nvPr/>
        </p:nvSpPr>
        <p:spPr>
          <a:xfrm>
            <a:off x="6745287" y="3250774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62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EF75-E32E-452C-B258-EF993B12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868A-9E9A-4C83-A624-39F7FBE5BD66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C8ACB-E14C-476D-990B-2E2D4818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E4C35-5BFD-4772-8B03-6F9490D5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4</a:t>
            </a:fld>
            <a:endParaRPr lang="en-IN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68F4A728-C714-4E80-9805-40FFBC03D5E0}"/>
              </a:ext>
            </a:extLst>
          </p:cNvPr>
          <p:cNvSpPr txBox="1"/>
          <p:nvPr/>
        </p:nvSpPr>
        <p:spPr>
          <a:xfrm>
            <a:off x="3325461" y="2629998"/>
            <a:ext cx="4724401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sz="2400" b="1" spc="5" dirty="0">
                <a:solidFill>
                  <a:srgbClr val="3A3838"/>
                </a:solidFill>
                <a:cs typeface="Calibri"/>
              </a:rPr>
              <a:t>P</a:t>
            </a:r>
            <a:r>
              <a:rPr sz="2400" b="1" spc="25" dirty="0">
                <a:solidFill>
                  <a:srgbClr val="3A3838"/>
                </a:solidFill>
                <a:cs typeface="Calibri"/>
              </a:rPr>
              <a:t>R</a:t>
            </a:r>
            <a:r>
              <a:rPr sz="2400" b="1" spc="30" dirty="0">
                <a:solidFill>
                  <a:srgbClr val="3A3838"/>
                </a:solidFill>
                <a:cs typeface="Calibri"/>
              </a:rPr>
              <a:t>E</a:t>
            </a:r>
            <a:r>
              <a:rPr sz="2400" b="1" spc="-15" dirty="0">
                <a:solidFill>
                  <a:srgbClr val="3A3838"/>
                </a:solidFill>
                <a:cs typeface="Calibri"/>
              </a:rPr>
              <a:t>S</a:t>
            </a:r>
            <a:r>
              <a:rPr sz="2400" b="1" spc="30" dirty="0">
                <a:solidFill>
                  <a:srgbClr val="3A3838"/>
                </a:solidFill>
                <a:cs typeface="Calibri"/>
              </a:rPr>
              <a:t>E</a:t>
            </a:r>
            <a:r>
              <a:rPr sz="2400" b="1" spc="-30" dirty="0">
                <a:solidFill>
                  <a:srgbClr val="3A3838"/>
                </a:solidFill>
                <a:cs typeface="Calibri"/>
              </a:rPr>
              <a:t>N</a:t>
            </a:r>
            <a:r>
              <a:rPr sz="2400" b="1" spc="-130" dirty="0">
                <a:solidFill>
                  <a:srgbClr val="3A3838"/>
                </a:solidFill>
                <a:cs typeface="Calibri"/>
              </a:rPr>
              <a:t>T</a:t>
            </a:r>
            <a:r>
              <a:rPr sz="2400" b="1" spc="-140" dirty="0">
                <a:solidFill>
                  <a:srgbClr val="3A3838"/>
                </a:solidFill>
                <a:cs typeface="Calibri"/>
              </a:rPr>
              <a:t>A</a:t>
            </a:r>
            <a:r>
              <a:rPr sz="2400" b="1" spc="15" dirty="0">
                <a:solidFill>
                  <a:srgbClr val="3A3838"/>
                </a:solidFill>
                <a:cs typeface="Calibri"/>
              </a:rPr>
              <a:t>T</a:t>
            </a:r>
            <a:r>
              <a:rPr sz="2400" b="1" spc="-35" dirty="0">
                <a:solidFill>
                  <a:srgbClr val="3A3838"/>
                </a:solidFill>
                <a:cs typeface="Calibri"/>
              </a:rPr>
              <a:t>I</a:t>
            </a:r>
            <a:r>
              <a:rPr sz="2400" b="1" spc="5" dirty="0">
                <a:solidFill>
                  <a:srgbClr val="3A3838"/>
                </a:solidFill>
                <a:cs typeface="Calibri"/>
              </a:rPr>
              <a:t>O</a:t>
            </a:r>
            <a:r>
              <a:rPr sz="2400" b="1" spc="10" dirty="0">
                <a:solidFill>
                  <a:srgbClr val="3A3838"/>
                </a:solidFill>
                <a:cs typeface="Calibri"/>
              </a:rPr>
              <a:t>N</a:t>
            </a:r>
            <a:r>
              <a:rPr sz="2400" b="1" spc="-200" dirty="0">
                <a:solidFill>
                  <a:srgbClr val="3A3838"/>
                </a:solidFill>
                <a:cs typeface="Calibri"/>
              </a:rPr>
              <a:t> </a:t>
            </a:r>
            <a:r>
              <a:rPr sz="2400" b="1" spc="25" dirty="0">
                <a:solidFill>
                  <a:srgbClr val="3A3838"/>
                </a:solidFill>
                <a:cs typeface="Calibri"/>
              </a:rPr>
              <a:t>D</a:t>
            </a:r>
            <a:r>
              <a:rPr sz="2400" b="1" spc="5" dirty="0">
                <a:solidFill>
                  <a:srgbClr val="3A3838"/>
                </a:solidFill>
                <a:cs typeface="Calibri"/>
              </a:rPr>
              <a:t>O</a:t>
            </a:r>
            <a:r>
              <a:rPr sz="2400" b="1" spc="-15" dirty="0">
                <a:solidFill>
                  <a:srgbClr val="3A3838"/>
                </a:solidFill>
                <a:cs typeface="Calibri"/>
              </a:rPr>
              <a:t>’</a:t>
            </a:r>
            <a:r>
              <a:rPr sz="2400" b="1" spc="5" dirty="0">
                <a:solidFill>
                  <a:srgbClr val="3A3838"/>
                </a:solidFill>
                <a:cs typeface="Calibri"/>
              </a:rPr>
              <a:t>S</a:t>
            </a: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 </a:t>
            </a:r>
            <a:r>
              <a:rPr sz="2400" b="1" dirty="0">
                <a:solidFill>
                  <a:srgbClr val="3A3838"/>
                </a:solidFill>
                <a:cs typeface="Calibri"/>
              </a:rPr>
              <a:t>AND</a:t>
            </a:r>
            <a:r>
              <a:rPr sz="2400" b="1" spc="-40" dirty="0">
                <a:solidFill>
                  <a:srgbClr val="3A3838"/>
                </a:solidFill>
                <a:cs typeface="Calibri"/>
              </a:rPr>
              <a:t> </a:t>
            </a:r>
            <a:r>
              <a:rPr sz="2400" b="1" dirty="0">
                <a:solidFill>
                  <a:srgbClr val="3A3838"/>
                </a:solidFill>
                <a:cs typeface="Calibri"/>
              </a:rPr>
              <a:t>DON’T</a:t>
            </a:r>
            <a:endParaRPr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54286EDF-5129-4592-8FA9-5E79F979ACC1}"/>
              </a:ext>
            </a:extLst>
          </p:cNvPr>
          <p:cNvSpPr txBox="1"/>
          <p:nvPr/>
        </p:nvSpPr>
        <p:spPr>
          <a:xfrm>
            <a:off x="2336292" y="2377440"/>
            <a:ext cx="822960" cy="822960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0" tIns="150495" rIns="0" bIns="0" rtlCol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01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1A7E6814-3BC0-4F3E-BCD4-B29884AA16C4}"/>
              </a:ext>
            </a:extLst>
          </p:cNvPr>
          <p:cNvSpPr/>
          <p:nvPr/>
        </p:nvSpPr>
        <p:spPr>
          <a:xfrm>
            <a:off x="3319270" y="24384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1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30CF-B96E-49A5-8B23-33E7F620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 1. </a:t>
            </a:r>
            <a:r>
              <a:rPr lang="en-IN" spc="-5" dirty="0"/>
              <a:t>PRESENTATION</a:t>
            </a:r>
            <a:r>
              <a:rPr lang="en-IN" spc="50" dirty="0"/>
              <a:t> </a:t>
            </a:r>
            <a:r>
              <a:rPr lang="en-IN" spc="5" dirty="0"/>
              <a:t>DO’S</a:t>
            </a:r>
            <a:r>
              <a:rPr lang="en-IN" spc="65" dirty="0"/>
              <a:t> </a:t>
            </a:r>
            <a:r>
              <a:rPr lang="en-IN" spc="20" dirty="0"/>
              <a:t>AND </a:t>
            </a:r>
            <a:r>
              <a:rPr lang="en-IN" spc="5" dirty="0"/>
              <a:t>DON’T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047F-3BAA-49F6-8510-630CAA2B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1F95-4555-4D1D-906C-B2FC0CE6CEE8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0D6A2-5C69-4813-B894-9D7607650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BE80C-932E-4AFF-ABF4-D2DE51C7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5</a:t>
            </a:fld>
            <a:endParaRPr lang="en-IN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5CF960C-E380-4E2A-961B-E1B5F74E8ACA}"/>
              </a:ext>
            </a:extLst>
          </p:cNvPr>
          <p:cNvSpPr txBox="1">
            <a:spLocks/>
          </p:cNvSpPr>
          <p:nvPr/>
        </p:nvSpPr>
        <p:spPr>
          <a:xfrm>
            <a:off x="2247900" y="1786979"/>
            <a:ext cx="8382000" cy="328404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121920" algn="just">
              <a:lnSpc>
                <a:spcPct val="150000"/>
              </a:lnSpc>
            </a:pPr>
            <a:r>
              <a:rPr lang="en-US" sz="2400" b="1" kern="0" spc="10" dirty="0">
                <a:solidFill>
                  <a:srgbClr val="3A3838"/>
                </a:solidFill>
                <a:latin typeface="Calibri"/>
                <a:cs typeface="Calibri"/>
              </a:rPr>
              <a:t>Presentation</a:t>
            </a:r>
            <a:r>
              <a:rPr lang="en-US" sz="2400" b="1" kern="0" spc="415" dirty="0">
                <a:solidFill>
                  <a:srgbClr val="3A3838"/>
                </a:solidFill>
                <a:latin typeface="Calibri"/>
                <a:cs typeface="Calibri"/>
              </a:rPr>
              <a:t> </a:t>
            </a:r>
            <a:r>
              <a:rPr lang="en-US" sz="2400" b="1" kern="0" spc="50" dirty="0">
                <a:solidFill>
                  <a:srgbClr val="3A3838"/>
                </a:solidFill>
                <a:latin typeface="Calibri"/>
                <a:cs typeface="Calibri"/>
              </a:rPr>
              <a:t>Do’s</a:t>
            </a:r>
          </a:p>
          <a:p>
            <a:pPr marL="342900" marR="12192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spc="50" dirty="0">
                <a:solidFill>
                  <a:srgbClr val="3A3838"/>
                </a:solidFill>
                <a:cs typeface="Calibri"/>
              </a:rPr>
              <a:t>Structure  Your Deck</a:t>
            </a:r>
          </a:p>
          <a:p>
            <a:pPr marL="342900" marR="12192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spc="-15" dirty="0">
                <a:cs typeface="Calibri"/>
              </a:rPr>
              <a:t>Visualize </a:t>
            </a:r>
            <a:r>
              <a:rPr lang="en-US" sz="2400" kern="0" spc="-10" dirty="0">
                <a:cs typeface="Calibri"/>
              </a:rPr>
              <a:t> </a:t>
            </a:r>
            <a:r>
              <a:rPr lang="en-US" sz="2400" kern="0" spc="-55" dirty="0">
                <a:cs typeface="Calibri"/>
              </a:rPr>
              <a:t>Your</a:t>
            </a:r>
            <a:r>
              <a:rPr lang="en-US" sz="2400" kern="0" spc="-100" dirty="0">
                <a:cs typeface="Calibri"/>
              </a:rPr>
              <a:t> </a:t>
            </a:r>
            <a:r>
              <a:rPr lang="en-US" sz="2400" kern="0" spc="-10" dirty="0">
                <a:cs typeface="Calibri"/>
              </a:rPr>
              <a:t>Ideas</a:t>
            </a:r>
          </a:p>
          <a:p>
            <a:pPr marL="342900" marR="12192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spc="-5" dirty="0">
                <a:cs typeface="Calibri"/>
              </a:rPr>
              <a:t>Be</a:t>
            </a:r>
            <a:r>
              <a:rPr lang="en-US" sz="2400" kern="0" spc="-55" dirty="0">
                <a:cs typeface="Calibri"/>
              </a:rPr>
              <a:t> </a:t>
            </a:r>
            <a:r>
              <a:rPr lang="en-US" sz="2400" kern="0" spc="-10" dirty="0">
                <a:cs typeface="Calibri"/>
              </a:rPr>
              <a:t>Consistent in Color Theme</a:t>
            </a:r>
          </a:p>
          <a:p>
            <a:pPr marL="342900" marR="12192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cs typeface="Calibri"/>
              </a:rPr>
              <a:t>Solicit </a:t>
            </a:r>
            <a:r>
              <a:rPr lang="en-US" sz="2400" kern="0" spc="5" dirty="0">
                <a:cs typeface="Calibri"/>
              </a:rPr>
              <a:t> </a:t>
            </a:r>
            <a:r>
              <a:rPr lang="en-US" sz="2400" kern="0" spc="-65" dirty="0">
                <a:cs typeface="Calibri"/>
              </a:rPr>
              <a:t>F</a:t>
            </a:r>
            <a:r>
              <a:rPr lang="en-US" sz="2400" kern="0" spc="-30" dirty="0">
                <a:cs typeface="Calibri"/>
              </a:rPr>
              <a:t>ee</a:t>
            </a:r>
            <a:r>
              <a:rPr lang="en-US" sz="2400" kern="0" spc="-35" dirty="0">
                <a:cs typeface="Calibri"/>
              </a:rPr>
              <a:t>db</a:t>
            </a:r>
            <a:r>
              <a:rPr lang="en-US" sz="2400" kern="0" spc="20" dirty="0">
                <a:cs typeface="Calibri"/>
              </a:rPr>
              <a:t>a</a:t>
            </a:r>
            <a:r>
              <a:rPr lang="en-US" sz="2400" kern="0" spc="-35" dirty="0">
                <a:cs typeface="Calibri"/>
              </a:rPr>
              <a:t>c</a:t>
            </a:r>
            <a:r>
              <a:rPr lang="en-US" sz="2400" kern="0" spc="5" dirty="0">
                <a:cs typeface="Calibri"/>
              </a:rPr>
              <a:t>k</a:t>
            </a:r>
          </a:p>
          <a:p>
            <a:pPr marL="342900" marR="12192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spc="-5" dirty="0">
                <a:cs typeface="Calibri"/>
              </a:rPr>
              <a:t>Use </a:t>
            </a:r>
            <a:r>
              <a:rPr lang="en-US" sz="2400" kern="0" dirty="0">
                <a:cs typeface="Calibri"/>
              </a:rPr>
              <a:t> </a:t>
            </a:r>
            <a:r>
              <a:rPr lang="en-US" sz="2400" kern="0" spc="-15" dirty="0">
                <a:cs typeface="Calibri"/>
              </a:rPr>
              <a:t>B</a:t>
            </a:r>
            <a:r>
              <a:rPr lang="en-US" sz="2400" kern="0" spc="20" dirty="0">
                <a:cs typeface="Calibri"/>
              </a:rPr>
              <a:t>a</a:t>
            </a:r>
            <a:r>
              <a:rPr lang="en-US" sz="2400" kern="0" spc="-35" dirty="0">
                <a:cs typeface="Calibri"/>
              </a:rPr>
              <a:t>c</a:t>
            </a:r>
            <a:r>
              <a:rPr lang="en-US" sz="2400" kern="0" spc="20" dirty="0">
                <a:cs typeface="Calibri"/>
              </a:rPr>
              <a:t>k</a:t>
            </a:r>
            <a:r>
              <a:rPr lang="en-US" sz="2400" kern="0" spc="-35" dirty="0">
                <a:cs typeface="Calibri"/>
              </a:rPr>
              <a:t>up</a:t>
            </a:r>
            <a:r>
              <a:rPr lang="en-US" sz="2400" kern="0" spc="5" dirty="0">
                <a:cs typeface="Calibri"/>
              </a:rPr>
              <a:t>s</a:t>
            </a:r>
            <a:endParaRPr lang="en-US" sz="2400" kern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30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AB915-6A5E-4215-9313-3080308D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42925" indent="-542925"/>
            <a:r>
              <a:rPr lang="en-IN" spc="-5" dirty="0"/>
              <a:t>1. PRESENTATION</a:t>
            </a:r>
            <a:r>
              <a:rPr lang="en-IN" spc="50" dirty="0"/>
              <a:t> </a:t>
            </a:r>
            <a:r>
              <a:rPr lang="en-IN" spc="5" dirty="0"/>
              <a:t>DO’S</a:t>
            </a:r>
            <a:r>
              <a:rPr lang="en-IN" spc="65" dirty="0"/>
              <a:t> </a:t>
            </a:r>
            <a:r>
              <a:rPr lang="en-IN" spc="20" dirty="0"/>
              <a:t>AND </a:t>
            </a:r>
            <a:r>
              <a:rPr lang="en-IN" spc="5" dirty="0"/>
              <a:t>DON’T ... Contd.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66854-61B3-47BC-B1D4-08BB04AB0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553" y="1757615"/>
            <a:ext cx="8860536" cy="3042985"/>
          </a:xfrm>
        </p:spPr>
        <p:txBody>
          <a:bodyPr/>
          <a:lstStyle/>
          <a:p>
            <a:pPr marL="0" marR="12192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kern="0" spc="10" dirty="0">
                <a:solidFill>
                  <a:srgbClr val="3A3838"/>
                </a:solidFill>
                <a:cs typeface="Calibri"/>
              </a:rPr>
              <a:t>Presentation</a:t>
            </a:r>
            <a:r>
              <a:rPr lang="en-US" sz="2400" kern="0" spc="415" dirty="0">
                <a:solidFill>
                  <a:srgbClr val="3A3838"/>
                </a:solidFill>
                <a:cs typeface="Calibri"/>
              </a:rPr>
              <a:t> </a:t>
            </a:r>
            <a:r>
              <a:rPr lang="en-US" sz="2400" kern="0" spc="50" dirty="0">
                <a:solidFill>
                  <a:srgbClr val="3A3838"/>
                </a:solidFill>
                <a:cs typeface="Calibri"/>
              </a:rPr>
              <a:t>Don'ts</a:t>
            </a:r>
          </a:p>
          <a:p>
            <a:pPr marL="342900" marR="121920" lvl="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0" kern="0" spc="50" dirty="0">
                <a:solidFill>
                  <a:prstClr val="black"/>
                </a:solidFill>
                <a:cs typeface="Calibri"/>
              </a:rPr>
              <a:t>Overload Slides</a:t>
            </a:r>
          </a:p>
          <a:p>
            <a:pPr marL="342900" marR="121920" lvl="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0" kern="0" spc="65" dirty="0">
                <a:solidFill>
                  <a:prstClr val="black"/>
                </a:solidFill>
                <a:cs typeface="Calibri"/>
              </a:rPr>
              <a:t>Read</a:t>
            </a:r>
            <a:r>
              <a:rPr lang="en-US" sz="2400" b="0" kern="0" spc="195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400" b="0" kern="0" spc="65" dirty="0">
                <a:solidFill>
                  <a:prstClr val="black"/>
                </a:solidFill>
                <a:cs typeface="Calibri"/>
              </a:rPr>
              <a:t>Word-For-Word </a:t>
            </a:r>
          </a:p>
          <a:p>
            <a:pPr marL="342900" marR="121920" lvl="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0" kern="0" spc="60" dirty="0">
                <a:solidFill>
                  <a:prstClr val="black"/>
                </a:solidFill>
                <a:cs typeface="Calibri"/>
              </a:rPr>
              <a:t>Use</a:t>
            </a:r>
            <a:r>
              <a:rPr lang="en-US" sz="2400" b="0" kern="0" spc="29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400" b="0" kern="0" spc="95" dirty="0">
                <a:solidFill>
                  <a:prstClr val="black"/>
                </a:solidFill>
                <a:cs typeface="Calibri"/>
              </a:rPr>
              <a:t>ClipArt </a:t>
            </a:r>
          </a:p>
          <a:p>
            <a:pPr marL="342900" marR="121920" lvl="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400" b="0" kern="0" spc="60" dirty="0">
                <a:solidFill>
                  <a:prstClr val="black"/>
                </a:solidFill>
                <a:cs typeface="Calibri"/>
              </a:rPr>
              <a:t>Use</a:t>
            </a:r>
            <a:r>
              <a:rPr lang="en-US" sz="2400" b="0" kern="0" spc="32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400" b="0" kern="0" spc="65" dirty="0">
                <a:solidFill>
                  <a:prstClr val="black"/>
                </a:solidFill>
                <a:cs typeface="Calibri"/>
              </a:rPr>
              <a:t>Filler</a:t>
            </a:r>
            <a:r>
              <a:rPr lang="en-US" sz="2400" b="0" kern="0" spc="365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400" b="0" kern="0" spc="30" dirty="0">
                <a:solidFill>
                  <a:prstClr val="black"/>
                </a:solidFill>
                <a:cs typeface="Calibri"/>
              </a:rPr>
              <a:t>Words</a:t>
            </a:r>
            <a:endParaRPr lang="en-US" sz="2400" b="0" kern="0" dirty="0">
              <a:solidFill>
                <a:prstClr val="black"/>
              </a:solidFill>
              <a:cs typeface="Calibri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65B4-BF4B-4C16-A021-5F1596F4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26B94-1606-40A1-866A-316F44A8500D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C427-66AF-46BD-8596-C7BAAC33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B96F8-4014-4B1B-A1DC-AD4BDAC5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84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282-8CF4-4EF2-8C35-032DBF4C61EE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7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3325461" y="2629998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14"/>
              </a:spcBef>
            </a:pPr>
            <a:r>
              <a:rPr lang="en-US" sz="2400" b="1" spc="-5" dirty="0">
                <a:solidFill>
                  <a:srgbClr val="3A3838"/>
                </a:solidFill>
                <a:cs typeface="Calibri"/>
              </a:rPr>
              <a:t>INTRO</a:t>
            </a:r>
            <a:r>
              <a:rPr lang="en-US" sz="2400" b="1" spc="-50" dirty="0">
                <a:solidFill>
                  <a:srgbClr val="3A3838"/>
                </a:solidFill>
                <a:cs typeface="Calibri"/>
              </a:rPr>
              <a:t> </a:t>
            </a:r>
            <a:r>
              <a:rPr lang="en-US" sz="2400" b="1" spc="-25" dirty="0">
                <a:solidFill>
                  <a:srgbClr val="3A3838"/>
                </a:solidFill>
                <a:cs typeface="Calibri"/>
              </a:rPr>
              <a:t>TO</a:t>
            </a:r>
            <a:r>
              <a:rPr lang="en-US" sz="2400" b="1" spc="-45" dirty="0">
                <a:solidFill>
                  <a:srgbClr val="3A3838"/>
                </a:solidFill>
                <a:cs typeface="Calibri"/>
              </a:rPr>
              <a:t> </a:t>
            </a:r>
            <a:r>
              <a:rPr lang="en-US" sz="2400" b="1" dirty="0">
                <a:solidFill>
                  <a:srgbClr val="3A3838"/>
                </a:solidFill>
                <a:cs typeface="Calibri"/>
              </a:rPr>
              <a:t>SLIDE </a:t>
            </a:r>
            <a:r>
              <a:rPr lang="en-US" sz="2400" b="1" spc="-5" dirty="0">
                <a:solidFill>
                  <a:srgbClr val="3A3838"/>
                </a:solidFill>
                <a:cs typeface="Calibri"/>
              </a:rPr>
              <a:t>BUILDING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3319270" y="24384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2F7C602-4963-4FC0-A5D4-6244006A2CDE}"/>
              </a:ext>
            </a:extLst>
          </p:cNvPr>
          <p:cNvSpPr txBox="1"/>
          <p:nvPr/>
        </p:nvSpPr>
        <p:spPr>
          <a:xfrm>
            <a:off x="2336292" y="2377440"/>
            <a:ext cx="822960" cy="582852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0" tIns="150495" rIns="0" bIns="0" rtlCol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2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746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1A73-F621-439B-BF43-80ACB0CB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 2. </a:t>
            </a:r>
            <a:r>
              <a:rPr lang="en-IN" spc="-5" dirty="0"/>
              <a:t>SLIDE BUILDING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CDEDC-0A22-400F-A7F4-96B13493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B1DB-0F39-4070-AF49-CF1678731831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42D9-A87B-4819-800F-C303F7D0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CA101-992B-445C-B3E3-F9B843C5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8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77B8B5-B799-4805-BE5C-DAE4C4536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0675"/>
              </p:ext>
            </p:extLst>
          </p:nvPr>
        </p:nvGraphicFramePr>
        <p:xfrm>
          <a:off x="1562099" y="1676400"/>
          <a:ext cx="9067800" cy="3931920"/>
        </p:xfrm>
        <a:graphic>
          <a:graphicData uri="http://schemas.openxmlformats.org/drawingml/2006/table">
            <a:tbl>
              <a:tblPr firstRow="1" band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3989029277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17250193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1527229984"/>
                    </a:ext>
                  </a:extLst>
                </a:gridCol>
              </a:tblGrid>
              <a:tr h="10260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1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DRAFT</a:t>
                      </a:r>
                      <a:r>
                        <a:rPr lang="en-IN" sz="2400" b="1" spc="-35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AN</a:t>
                      </a:r>
                      <a:r>
                        <a:rPr lang="en-IN" sz="2400" b="1" spc="3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OUTLINE</a:t>
                      </a:r>
                      <a:endParaRPr lang="en-IN" sz="2400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  <a:p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2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DRAW</a:t>
                      </a:r>
                      <a:r>
                        <a:rPr lang="en-IN" sz="2400" b="1" spc="-65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2400" b="1" spc="5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SLIDES</a:t>
                      </a:r>
                      <a:endParaRPr lang="en-IN" sz="2400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  <a:p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1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TRANSITION</a:t>
                      </a:r>
                      <a:r>
                        <a:rPr lang="en-IN" sz="2400" b="1" spc="-25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2400" b="1" spc="-55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TO</a:t>
                      </a:r>
                      <a:r>
                        <a:rPr lang="en-IN" sz="2400" b="1" spc="9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chemeClr val="bg1"/>
                          </a:solidFill>
                          <a:latin typeface="+mn-lt"/>
                          <a:cs typeface="Calibri"/>
                        </a:rPr>
                        <a:t>POWERPOINT</a:t>
                      </a:r>
                      <a:endParaRPr lang="en-IN" sz="2400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  <a:p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054421"/>
                  </a:ext>
                </a:extLst>
              </a:tr>
              <a:tr h="26506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41300" indent="-228600">
                        <a:lnSpc>
                          <a:spcPct val="100000"/>
                        </a:lnSpc>
                        <a:spcBef>
                          <a:spcPts val="1095"/>
                        </a:spcBef>
                        <a:buFont typeface="Arial MT"/>
                        <a:buChar char="•"/>
                        <a:tabLst>
                          <a:tab pos="240665" algn="l"/>
                          <a:tab pos="241300" algn="l"/>
                        </a:tabLst>
                      </a:pP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Key</a:t>
                      </a:r>
                      <a:r>
                        <a:rPr lang="en-US" sz="1800" spc="-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Message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241300" indent="-228600">
                        <a:lnSpc>
                          <a:spcPct val="100000"/>
                        </a:lnSpc>
                        <a:spcBef>
                          <a:spcPts val="1170"/>
                        </a:spcBef>
                        <a:buFont typeface="Arial MT"/>
                        <a:buChar char="•"/>
                        <a:tabLst>
                          <a:tab pos="240665" algn="l"/>
                          <a:tab pos="241300" algn="l"/>
                        </a:tabLst>
                      </a:pP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upp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g</a:t>
                      </a:r>
                      <a:r>
                        <a:rPr lang="en-US" sz="1800" spc="-8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M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g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es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241300" marR="5080" indent="-228600">
                        <a:lnSpc>
                          <a:spcPts val="1800"/>
                        </a:lnSpc>
                        <a:spcBef>
                          <a:spcPts val="1205"/>
                        </a:spcBef>
                        <a:buFont typeface="Arial MT"/>
                        <a:buChar char="•"/>
                        <a:tabLst>
                          <a:tab pos="240665" algn="l"/>
                          <a:tab pos="241300" algn="l"/>
                        </a:tabLst>
                      </a:pP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upp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g</a:t>
                      </a:r>
                      <a:r>
                        <a:rPr lang="en-US" sz="1800" spc="-8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f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c</a:t>
                      </a:r>
                      <a:r>
                        <a:rPr lang="en-US" sz="1800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,</a:t>
                      </a:r>
                      <a:r>
                        <a:rPr lang="en-US" sz="1800" spc="-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5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</a:t>
                      </a: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l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5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 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anecdotes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spc="-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</a:t>
                      </a:r>
                      <a:r>
                        <a:rPr lang="en-US" sz="1800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</a:t>
                      </a:r>
                      <a:r>
                        <a:rPr lang="en-US" sz="1800" spc="-1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y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ou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-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wo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-1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f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m</a:t>
                      </a:r>
                      <a:r>
                        <a:rPr lang="en-US" sz="1800" spc="-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y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ou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 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outline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into</a:t>
                      </a:r>
                      <a:r>
                        <a:rPr lang="en-US" sz="1800" spc="-5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PowerPoint</a:t>
                      </a:r>
                      <a:r>
                        <a:rPr lang="en-US" sz="1800" spc="-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slides</a:t>
                      </a: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spc="2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Draw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them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out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–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create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rough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-6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k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</a:t>
                      </a:r>
                      <a:r>
                        <a:rPr lang="en-US" sz="1800" spc="-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tc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es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f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-9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y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u</a:t>
                      </a:r>
                      <a:r>
                        <a:rPr lang="en-US" sz="1800" spc="-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wh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c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 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slide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to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look</a:t>
                      </a:r>
                      <a:r>
                        <a:rPr lang="en-US" sz="1800" spc="-7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like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79400" marR="60960" indent="-228600" algn="l">
                        <a:lnSpc>
                          <a:spcPts val="1800"/>
                        </a:lnSpc>
                        <a:spcBef>
                          <a:spcPts val="1205"/>
                        </a:spcBef>
                        <a:buFont typeface="Arial MT"/>
                        <a:buChar char="•"/>
                        <a:tabLst>
                          <a:tab pos="279400" algn="l"/>
                          <a:tab pos="280035" algn="l"/>
                        </a:tabLst>
                      </a:pPr>
                      <a:r>
                        <a:rPr lang="en-US" sz="1800" spc="-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an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f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-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m</a:t>
                      </a:r>
                      <a:r>
                        <a:rPr lang="en-US" sz="1800" spc="-1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y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ou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-114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</a:t>
                      </a:r>
                      <a:r>
                        <a:rPr lang="en-US" sz="1800" spc="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u</a:t>
                      </a:r>
                      <a:r>
                        <a:rPr lang="en-US" sz="1800" spc="-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g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</a:t>
                      </a:r>
                      <a:r>
                        <a:rPr lang="en-US" sz="1800" spc="-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</a:t>
                      </a:r>
                      <a:r>
                        <a:rPr lang="en-US" sz="1800" spc="-6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k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</a:t>
                      </a:r>
                      <a:r>
                        <a:rPr lang="en-US" sz="1800" spc="-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tc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es 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from</a:t>
                      </a:r>
                      <a:r>
                        <a:rPr lang="en-US" sz="1800" spc="-4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your</a:t>
                      </a:r>
                      <a:r>
                        <a:rPr lang="en-US" sz="1800" spc="-5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into</a:t>
                      </a:r>
                      <a:r>
                        <a:rPr lang="en-US" sz="1800" spc="-5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real </a:t>
                      </a:r>
                      <a:r>
                        <a:rPr lang="en-US" sz="1800" spc="-3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slides</a:t>
                      </a:r>
                      <a:r>
                        <a:rPr lang="en-US" sz="1800" spc="-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in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PowerPoint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279400" marR="5080" indent="-228600" algn="l">
                        <a:lnSpc>
                          <a:spcPts val="1800"/>
                        </a:lnSpc>
                        <a:spcBef>
                          <a:spcPts val="1235"/>
                        </a:spcBef>
                        <a:buFont typeface="Arial MT"/>
                        <a:buChar char="•"/>
                        <a:tabLst>
                          <a:tab pos="279400" algn="l"/>
                          <a:tab pos="280035" algn="l"/>
                        </a:tabLst>
                      </a:pP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Use this </a:t>
                      </a:r>
                      <a:r>
                        <a:rPr lang="en-US" sz="1800" spc="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template</a:t>
                      </a:r>
                      <a:r>
                        <a:rPr lang="en-US" sz="1800" spc="-7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800" spc="-4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stick </a:t>
                      </a:r>
                      <a:r>
                        <a:rPr lang="en-US" sz="1800" spc="-3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with</a:t>
                      </a:r>
                      <a:r>
                        <a:rPr lang="en-US" sz="1800" spc="3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800" spc="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it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279400" marR="430530" indent="-228600" algn="l">
                        <a:lnSpc>
                          <a:spcPts val="1800"/>
                        </a:lnSpc>
                        <a:spcBef>
                          <a:spcPts val="1160"/>
                        </a:spcBef>
                        <a:buFont typeface="Arial MT"/>
                        <a:buChar char="•"/>
                        <a:tabLst>
                          <a:tab pos="279400" algn="l"/>
                          <a:tab pos="280035" algn="l"/>
                        </a:tabLst>
                      </a:pP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Don’t </a:t>
                      </a:r>
                      <a:r>
                        <a:rPr lang="en-US" sz="1800" spc="1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recreate the </a:t>
                      </a:r>
                      <a:r>
                        <a:rPr lang="en-US" sz="1800" spc="2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wheel 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87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4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BFC7-9247-4B33-A9AA-BF2E878FA471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9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3325461" y="2629998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14"/>
              </a:spcBef>
            </a:pPr>
            <a:r>
              <a:rPr lang="en-US" sz="2400" b="1" spc="-5" dirty="0">
                <a:solidFill>
                  <a:srgbClr val="3A3838"/>
                </a:solidFill>
                <a:cs typeface="Calibri"/>
              </a:rPr>
              <a:t>FONT TYPE AND SIZE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3319270" y="24384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2F7C602-4963-4FC0-A5D4-6244006A2CDE}"/>
              </a:ext>
            </a:extLst>
          </p:cNvPr>
          <p:cNvSpPr txBox="1"/>
          <p:nvPr/>
        </p:nvSpPr>
        <p:spPr>
          <a:xfrm>
            <a:off x="2336292" y="2377440"/>
            <a:ext cx="822960" cy="582852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0" tIns="150495" rIns="0" bIns="0" rtlCol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lang="en-US" sz="2800" b="1" kern="0" spc="15" dirty="0">
                <a:solidFill>
                  <a:srgbClr val="FFFFFF"/>
                </a:solidFill>
                <a:cs typeface="Calibri"/>
              </a:rPr>
              <a:t>3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187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5F2827-A901-428B-8B0F-BC18231F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FONT TYPE AND SIZE (Calibri (Head.)44)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A6C899-F176-4232-8488-45B3C1906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0" y="1825625"/>
            <a:ext cx="8997867" cy="4351338"/>
          </a:xfrm>
        </p:spPr>
        <p:txBody>
          <a:bodyPr/>
          <a:lstStyle/>
          <a:p>
            <a:r>
              <a:rPr lang="en-US" dirty="0"/>
              <a:t>Level -1 (Calibri (Body)- 28)</a:t>
            </a:r>
          </a:p>
          <a:p>
            <a:pPr lvl="1"/>
            <a:r>
              <a:rPr lang="en-US" dirty="0"/>
              <a:t>Level - 2 (Calibri (Body)- 24)</a:t>
            </a:r>
          </a:p>
          <a:p>
            <a:pPr lvl="2"/>
            <a:r>
              <a:rPr lang="en-US" dirty="0"/>
              <a:t>Level – (Calibri (Body)- 20)</a:t>
            </a:r>
          </a:p>
          <a:p>
            <a:pPr lvl="2"/>
            <a:endParaRPr lang="en-US" dirty="0"/>
          </a:p>
          <a:p>
            <a:r>
              <a:rPr lang="en-US" dirty="0"/>
              <a:t>Keep your font size in the range of 20-40, if possible</a:t>
            </a:r>
          </a:p>
          <a:p>
            <a:pPr lvl="2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F8949-A588-474A-80CE-5ED98AF3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F508-6EF3-4511-938E-FABBA7B91B70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559CC-F558-400E-BB69-1A4CEB23B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7678C-FD48-44E0-B6DD-60354652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477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9E0B-874C-422F-800A-D5871AC3EC76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11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3325461" y="2629998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WORD LIMIT </a:t>
            </a:r>
            <a:r>
              <a:rPr lang="en-US" sz="2400" b="1" spc="-5" dirty="0">
                <a:solidFill>
                  <a:srgbClr val="3A3838"/>
                </a:solidFill>
                <a:cs typeface="Calibri"/>
              </a:rPr>
              <a:t>PER SLIDE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3319270" y="24384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2F7C602-4963-4FC0-A5D4-6244006A2CDE}"/>
              </a:ext>
            </a:extLst>
          </p:cNvPr>
          <p:cNvSpPr txBox="1"/>
          <p:nvPr/>
        </p:nvSpPr>
        <p:spPr>
          <a:xfrm>
            <a:off x="2336292" y="2377440"/>
            <a:ext cx="822960" cy="582852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0" tIns="150495" rIns="0" bIns="0" rtlCol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0</a:t>
            </a: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4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761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0D1160-4489-48F1-B36D-7CD48F22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WORD LIMIT PER SLIDE AND OTHER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C0E884-A085-42AD-8316-C73F3555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256" y="1825625"/>
            <a:ext cx="9052731" cy="2810383"/>
          </a:xfrm>
        </p:spPr>
        <p:txBody>
          <a:bodyPr/>
          <a:lstStyle/>
          <a:p>
            <a:r>
              <a:rPr lang="en-US" b="0" dirty="0"/>
              <a:t>One main Idea</a:t>
            </a:r>
          </a:p>
          <a:p>
            <a:r>
              <a:rPr lang="en-US" b="0" dirty="0"/>
              <a:t>Maximum of 06 Bullets Points</a:t>
            </a:r>
          </a:p>
          <a:p>
            <a:r>
              <a:rPr lang="en-US" b="0" dirty="0"/>
              <a:t>Not more than 10 words per bullet </a:t>
            </a:r>
          </a:p>
          <a:p>
            <a:r>
              <a:rPr lang="en-US" b="0" dirty="0"/>
              <a:t>Images used should be of high resolution</a:t>
            </a:r>
          </a:p>
          <a:p>
            <a:r>
              <a:rPr lang="en-US" b="0" dirty="0"/>
              <a:t>Image and Data source should always be acknowledged </a:t>
            </a:r>
            <a:endParaRPr lang="en-IN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AE05C-CB50-465E-B34A-9784927B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77C0-6B44-4B95-9C75-ECF39F1AF047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56F72-DF37-4106-B419-EDC042C4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3565D-6ABF-4329-BC06-5DAAB65E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75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437D-562B-4C97-9C04-B2DF6430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B62A-CE97-4D5E-837A-3463FF04693F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5A38F-EAD2-4209-B754-1D58C5F1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IIITU-HP-India-&lt;Event Identifier&gt;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E90-8305-43F5-9884-674982BA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13</a:t>
            </a:fld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37F2113-F93B-4024-88A4-0A7FA843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340" y="2074783"/>
            <a:ext cx="6487736" cy="1354217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  <a:br>
              <a:rPr lang="en-US" dirty="0"/>
            </a:br>
            <a:r>
              <a:rPr lang="en-US" dirty="0"/>
              <a:t>Questions and Answers</a:t>
            </a:r>
            <a:endParaRPr lang="en-IN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0142E825-40EA-4A9B-9C0F-6BC97631617D}"/>
              </a:ext>
            </a:extLst>
          </p:cNvPr>
          <p:cNvSpPr txBox="1">
            <a:spLocks/>
          </p:cNvSpPr>
          <p:nvPr/>
        </p:nvSpPr>
        <p:spPr>
          <a:xfrm>
            <a:off x="2876373" y="5305703"/>
            <a:ext cx="60198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A3838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2400" kern="0" dirty="0">
                <a:solidFill>
                  <a:schemeClr val="tx1"/>
                </a:solidFill>
              </a:rPr>
              <a:t>Contact Details: </a:t>
            </a:r>
          </a:p>
          <a:p>
            <a:pPr algn="ctr"/>
            <a:r>
              <a:rPr lang="en-IN" sz="2400" kern="0" dirty="0">
                <a:solidFill>
                  <a:schemeClr val="tx1"/>
                </a:solidFill>
              </a:rPr>
              <a:t>Name, Email, and Mobile Number </a:t>
            </a:r>
          </a:p>
          <a:p>
            <a:pPr algn="ctr"/>
            <a:endParaRPr lang="en-IN" i="1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174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372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MT</vt:lpstr>
      <vt:lpstr>Calibri</vt:lpstr>
      <vt:lpstr>Office Theme</vt:lpstr>
      <vt:lpstr>Indian Institute of Information Technology Una</vt:lpstr>
      <vt:lpstr>PowerPoint Presentation</vt:lpstr>
      <vt:lpstr>Outline </vt:lpstr>
      <vt:lpstr>PowerPoint Presentation</vt:lpstr>
      <vt:lpstr> 1. PRESENTATION DO’S AND DON’T</vt:lpstr>
      <vt:lpstr>1. PRESENTATION DO’S AND DON’T ... Contd.</vt:lpstr>
      <vt:lpstr>PowerPoint Presentation</vt:lpstr>
      <vt:lpstr> 2. SLIDE BUILDING</vt:lpstr>
      <vt:lpstr>PowerPoint Presentation</vt:lpstr>
      <vt:lpstr>3. FONT TYPE AND SIZE (Calibri (Head.)44)</vt:lpstr>
      <vt:lpstr>PowerPoint Presentation</vt:lpstr>
      <vt:lpstr>4. WORD LIMIT PER SLIDE AND OTHER</vt:lpstr>
      <vt:lpstr>Thanks! 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Vikram Kumar</dc:creator>
  <cp:lastModifiedBy>Sampurn Samadder</cp:lastModifiedBy>
  <cp:revision>47</cp:revision>
  <dcterms:created xsi:type="dcterms:W3CDTF">2023-09-21T13:01:37Z</dcterms:created>
  <dcterms:modified xsi:type="dcterms:W3CDTF">2023-11-23T12:00:42Z</dcterms:modified>
</cp:coreProperties>
</file>